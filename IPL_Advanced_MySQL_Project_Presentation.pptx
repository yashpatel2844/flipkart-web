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IPL Management &amp;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Advanced MySQL Project PPT</a:t>
            </a:r>
          </a:p>
          <a:p>
            <a:r>
              <a:rPr sz="1800"/>
              <a:t>Academic + Interview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Manual IPL records difficult to manage</a:t>
            </a:r>
          </a:p>
          <a:p>
            <a:r>
              <a:rPr sz="1800"/>
              <a:t>Need centralized analytics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Store IPL data</a:t>
            </a:r>
          </a:p>
          <a:p>
            <a:r>
              <a:rPr sz="1800"/>
              <a:t>Generate reports</a:t>
            </a:r>
          </a:p>
          <a:p>
            <a:r>
              <a:rPr sz="1800"/>
              <a:t>Automate calculations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Teams</a:t>
            </a:r>
          </a:p>
          <a:p>
            <a:r>
              <a:rPr sz="1800"/>
              <a:t>Players</a:t>
            </a:r>
          </a:p>
          <a:p>
            <a:r>
              <a:rPr sz="1800"/>
              <a:t>Matches</a:t>
            </a:r>
          </a:p>
          <a:p>
            <a:r>
              <a:rPr sz="1800"/>
              <a:t>Venues</a:t>
            </a:r>
          </a:p>
          <a:p>
            <a:r>
              <a:rPr sz="1800"/>
              <a:t>Points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Database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teams</a:t>
            </a:r>
          </a:p>
          <a:p>
            <a:r>
              <a:rPr sz="1800"/>
              <a:t>players</a:t>
            </a:r>
          </a:p>
          <a:p>
            <a:r>
              <a:rPr sz="1800"/>
              <a:t>matches</a:t>
            </a:r>
          </a:p>
          <a:p>
            <a:r>
              <a:rPr sz="1800"/>
              <a:t>venues</a:t>
            </a:r>
          </a:p>
          <a:p>
            <a:r>
              <a:rPr sz="1800"/>
              <a:t>scorecard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1NF</a:t>
            </a:r>
          </a:p>
          <a:p>
            <a:r>
              <a:rPr sz="1800"/>
              <a:t>2NF</a:t>
            </a:r>
          </a:p>
          <a:p>
            <a:r>
              <a:rPr sz="1800"/>
              <a:t>3NF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SQL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DDL</a:t>
            </a:r>
          </a:p>
          <a:p>
            <a:r>
              <a:rPr sz="1800"/>
              <a:t>DML</a:t>
            </a:r>
          </a:p>
          <a:p>
            <a:r>
              <a:rPr sz="1800"/>
              <a:t>Joins</a:t>
            </a:r>
          </a:p>
          <a:p>
            <a:r>
              <a:rPr sz="1800"/>
              <a:t>Views</a:t>
            </a:r>
          </a:p>
          <a:p>
            <a:r>
              <a:rPr sz="1800"/>
              <a:t>Procedures</a:t>
            </a:r>
          </a:p>
          <a:p>
            <a:r>
              <a:rPr sz="1800"/>
              <a:t>Triggers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Orange Cap</a:t>
            </a:r>
          </a:p>
          <a:p>
            <a:r>
              <a:rPr sz="1800"/>
              <a:t>Purple Cap</a:t>
            </a:r>
          </a:p>
          <a:p>
            <a:r>
              <a:rPr sz="1800"/>
              <a:t>Top Teams</a:t>
            </a:r>
          </a:p>
          <a:p>
            <a:r>
              <a:rPr sz="1800"/>
              <a:t>Venue Stats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Auto update points after match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Power BI</a:t>
            </a:r>
          </a:p>
          <a:p>
            <a:r>
              <a:rPr sz="1800"/>
              <a:t>Live API</a:t>
            </a:r>
          </a:p>
          <a:p>
            <a:r>
              <a:rPr sz="1800"/>
              <a:t>ML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